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64637d39c_4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64637d39c_4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64637d39c_4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4637d39c_4_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f64637d39c_4_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f64637d39c_4_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4637d39c_4_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64637d39c_4_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64637d39c_4_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64637d39c_4_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f64637d39c_4_6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64637d39c_4_6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64637d39c_4_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64637d39c_4_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64637d39c_4_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57200" y="2286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HUB LABDIV • IFUSP | ABERTURA &amp; CONCEITO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57200" y="50292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Visão Geral &amp; Conceito do HUB LabDiv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57200" y="105156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O Super App de Comunicação Científica para romper os muros da Universidade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stangorlini/HUB LabDiv/HUB-LabDiv/public/icone-HUBLabDiv-white.png" id="63" name="Google Shape;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182875"/>
            <a:ext cx="1192800" cy="114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457200" y="1508760"/>
            <a:ext cx="4023360" cy="1325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640080" y="16002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Super App: </a:t>
            </a:r>
            <a:r>
              <a:rPr lang="pt-BR" sz="9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Diferente de um app padrão ele r</a:t>
            </a: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eúne diversas funções em um único lugar (como 99, WeChat, Mercado Livre, etc.), acessível pela PlayStore (beta fechado) ou direto pelo navegador.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663440" y="1508760"/>
            <a:ext cx="4023360" cy="1325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846320" y="16002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 Dialógica: Rompe a mera "divulgação passiva", promovendo a co-construção de significado e compre</a:t>
            </a:r>
            <a:r>
              <a:rPr lang="pt-BR" sz="9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ensão do processo científico e não do saber individual.</a:t>
            </a:r>
            <a:endParaRPr sz="95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 base teórica entre outras em "Extensão ou Comunicação?" de Paulo Freire.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57200" y="2926080"/>
            <a:ext cx="4023360" cy="1325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40080" y="30175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Integração Acadêmica: Une o controle do semestre</a:t>
            </a:r>
            <a:r>
              <a:rPr lang="pt-BR" sz="9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evolução no curso nas ferramentas, uma Wiki com todas as informações do IFUSP, seus espa</a:t>
            </a:r>
            <a:r>
              <a:rPr lang="pt-BR" sz="9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ços , mapa </a:t>
            </a: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aba Comunidade onde você pode interagir com colegas em um </a:t>
            </a:r>
            <a:r>
              <a:rPr lang="pt-BR" sz="9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único</a:t>
            </a: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lugar.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4663440" y="2926080"/>
            <a:ext cx="4023360" cy="13258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4846320" y="30175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Código Aberto (AGPLv3): Projeto transparente hospedado no GitHub (JoaoStangorlini/HUB-LabDiv) pronto para ser replicado.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WebApp: https://hub-lab-div.vercel.app  |  PlayStore: https://play.google.com/store/apps/details?id=br.usp.ifusp.hublabdiv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ESTRUTURA DOS 3 EIXOS | HUB LABDIV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Divisão do HUB em 3 Eixos Principais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As 3 Frentes Fundamentais da Plataforma HUB LabDiv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5720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Eixo Comunidade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4008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REDE SOCIAL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4008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Feed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focado na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comunicação científica (Fluxo), em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um espaço para publicar as suas artes (arte) 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pequenos relatos/informações 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vivência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instituto (Logs)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29184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347472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Eixo CGIF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47472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INFORMAÇÃO &amp; WIKI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47472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Onde você pode conhecer os espaços, iniciativas, influencers, comunidades do instituto;</a:t>
            </a:r>
            <a:endParaRPr sz="1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Um mapa interativo do IFUSP (em desenvolvimento);</a:t>
            </a:r>
            <a:endParaRPr sz="1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uma 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Wiki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entralizada do IFUSP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reunindo informações do portal, 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manuais dos cursos, editais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…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12648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630936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Eixo Ferramentas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4343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14343"/>
                </a:solidFill>
                <a:latin typeface="Open Sans"/>
                <a:ea typeface="Open Sans"/>
                <a:cs typeface="Open Sans"/>
                <a:sym typeface="Open Sans"/>
              </a:rPr>
              <a:t>ESTUDO &amp; PESQUISA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630936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Planejador de grade horária 1h:1h, acompanhamento de faltas,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evolução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curso e Match Acadêmico ("Quero uma IC" e grupos de estudo).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EIXO 1 — COMUNIDADE | HUB LABDIV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Aba Comunidade: Fluxo, Logs &amp; Arte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Descrição detalhada das 3 seções integradas do Eixo Comunidade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5720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Fluxo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4008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FCC00"/>
                </a:solidFill>
                <a:latin typeface="Open Sans"/>
                <a:ea typeface="Open Sans"/>
                <a:cs typeface="Open Sans"/>
                <a:sym typeface="Open Sans"/>
              </a:rPr>
              <a:t>COMUNICAÇÃO DIALÓGICA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4008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Feed principal onde o conteúdo científico é compartilhado com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foco em estabelecer uma relação dialógica dos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usuários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 o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conteúdo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focando em métricas pedagógicas e não de vaidade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29184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47472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47472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VIVÊNCIA DISCENTE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474720" y="2423160"/>
            <a:ext cx="21945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Espaço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relatos/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notícias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/fofocas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um espaço para a vivência acadêmica, trocas cotidianas e desabafos entre alunos com sistema de fios energizados que conectam a comunidade.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126480" y="1508760"/>
            <a:ext cx="2560320" cy="31546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6309360" y="1645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Arte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4343"/>
              </a:buClr>
              <a:buSzPts val="850"/>
              <a:buFont typeface="Open Sans"/>
              <a:buNone/>
            </a:pPr>
            <a:r>
              <a:rPr b="1" i="0" lang="pt-BR" sz="850" u="none" cap="none" strike="noStrike">
                <a:solidFill>
                  <a:srgbClr val="F14343"/>
                </a:solidFill>
                <a:latin typeface="Open Sans"/>
                <a:ea typeface="Open Sans"/>
                <a:cs typeface="Open Sans"/>
                <a:sym typeface="Open Sans"/>
              </a:rPr>
              <a:t>EXPRESSÃO ARTÍSTICA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309360" y="2377460"/>
            <a:ext cx="21945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Galeria autoral de expressão visual, fotográfica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0" i="0" lang="pt-BR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poética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… Um espaço para mostrar que o ambiente 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acadêmico</a:t>
            </a:r>
            <a:r>
              <a:rPr lang="pt-BR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é feito por seres humanos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EIXO 2 — CGIF | HUB LABDIV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Aba CGIF: Acesso à Informação &amp; Wiki Institucional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38BDF8"/>
                </a:solidFill>
                <a:latin typeface="Open Sans"/>
                <a:ea typeface="Open Sans"/>
                <a:cs typeface="Open Sans"/>
                <a:sym typeface="Open Sans"/>
              </a:rPr>
              <a:t>Centralização do Conhecimento &amp; Memória do IFUSP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57200" y="150876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640080" y="16459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Wiki CGIF: Onde se encontram informaç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ões espalhadas por </a:t>
            </a: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Manuais do curso, Projetos Político-Pedagógicos</a:t>
            </a: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(PPPs), 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Editais, protocolos… De uma forma simples de achar e coompreender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663440" y="150876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4846320" y="16459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Oportunidades &amp; Iniciativas: Catálogo em tempo real de bolsas PUB, Iniciações Científicas, estágios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simpósios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empregos…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40080" y="32004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Espaços &amp; Mapa Interativo: Conexão direta dos laboratórios físicos do IFUSP via leitura de QR Codes.</a:t>
            </a:r>
            <a:endParaRPr b="0" i="0" sz="105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(ainda em desenvolvimento)</a:t>
            </a:r>
            <a:endParaRPr sz="105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4846320" y="32004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Influenciadores &amp; Teste de Radiação: Divulgação de criadores do IFUSP e quiz interativo de fixação da Wiki.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0" y="0"/>
            <a:ext cx="3044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3044952" y="0"/>
            <a:ext cx="3044952" cy="73152"/>
          </a:xfrm>
          <a:prstGeom prst="rect">
            <a:avLst/>
          </a:prstGeom>
          <a:solidFill>
            <a:srgbClr val="0F47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6089904" y="0"/>
            <a:ext cx="3054096" cy="73152"/>
          </a:xfrm>
          <a:prstGeom prst="rect">
            <a:avLst/>
          </a:prstGeom>
          <a:solidFill>
            <a:srgbClr val="F1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4343"/>
              </a:buClr>
              <a:buSzPts val="900"/>
              <a:buFont typeface="Open Sans"/>
              <a:buNone/>
            </a:pPr>
            <a:r>
              <a:rPr b="1" i="0" lang="pt-BR" sz="900" u="none" cap="none" strike="noStrike">
                <a:solidFill>
                  <a:srgbClr val="F14343"/>
                </a:solidFill>
                <a:latin typeface="Open Sans"/>
                <a:ea typeface="Open Sans"/>
                <a:cs typeface="Open Sans"/>
                <a:sym typeface="Open Sans"/>
              </a:rPr>
              <a:t>EIXO 3 — FERRAMENTAS | HUB LABDIV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Aba Ferramentas: Apoio ao Estudo &amp; Pesquisa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4343"/>
              </a:buClr>
              <a:buSzPts val="1100"/>
              <a:buFont typeface="Open Sans"/>
              <a:buNone/>
            </a:pPr>
            <a:r>
              <a:rPr b="1" i="0" lang="pt-BR" sz="1100" u="none" cap="none" strike="noStrike">
                <a:solidFill>
                  <a:srgbClr val="F14343"/>
                </a:solidFill>
                <a:latin typeface="Open Sans"/>
                <a:ea typeface="Open Sans"/>
                <a:cs typeface="Open Sans"/>
                <a:sym typeface="Open Sans"/>
              </a:rPr>
              <a:t>Produtividade acadêmica, retenção discente e aproximação com pesquisadores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57200" y="150876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640080" y="16459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Grade Horária (1h:1h): Planejador semanal de estudos que associa 1 hora de aula a 1 hora de estudo individual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contador de faltas, podendo 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sincronizar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 o 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júpiter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suas matérias do semestre, adicionar outros compromissos e exportar para o seu calendário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663440" y="150876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4846320" y="164592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Trilhas do Curso: Acompanhamento de disciplinas cursadas, pendências e pré-requisitos com sincronização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 o 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júpiter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acompanhar o seu andamento no curso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1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640080" y="32004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Match Acadêmico ("Quero uma IC"): </a:t>
            </a:r>
            <a:r>
              <a:rPr lang="pt-BR" sz="10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União entre alunos interessados em iniciar uma IC com os pesquisadores que buscam por ajudantes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1905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4846320" y="32004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Como Ingressar &amp; Observatório: Guia para vestibulandos, apoio à permanência e arena dos pesquisadores.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