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OBJETIVOS DA AULA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1463040"/>
          </a:xfrm>
          <a:prstGeom prst="rect">
            <a:avLst>
              <a:gd name="adj" fmla="val 6250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0F47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GERAL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Estimular a expressão criativa através da fotografia e do webdesign, abordar o dilema Comunicação x Extensão na perspectiva freiriana e apresentar a plataforma HUB LabDiv como espaço para o envio e compartilhamento do Caderno do Artista.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698480" cy="3200400"/>
          </a:xfrm>
          <a:prstGeom prst="rect">
            <a:avLst>
              <a:gd name="adj" fmla="val 2857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OBJETIVOS ESPECÍFICOS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Mapeamento Inicial: </a:t>
            </a:r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o questionário piloto e registrar o Termo de Aceite do perfil dos primeiros usuários.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Fundamentação Teórica: </a:t>
            </a:r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Diferenciar "Comunicação" de "Divulgação" com base no referencial de Paulo Freire.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Demonstração ao Vivo: </a:t>
            </a:r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Exibir a criação de uma postagem espontânea ao vivo, expondo o raciocínio criativo.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Prática Hands-On: </a:t>
            </a:r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que todos os alunos acessem o sistema e publiquem seu "post teste" com sucesso.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CRONOGRAMA DA AULA (2 HORAS)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5486400"/>
              </a:tblGrid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Tempo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Fase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C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Atividades &amp; Dinâmica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8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00:00 - 00:10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(10 min)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Aplicação do Questionário &amp; Acolhimento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A0A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Projeção do QR Code do formulário de pesquisa. Preenchimento do mapeamento demográfico pelos alunos.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00:10 - 00:35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(25 min)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Introdução ao Webdesign &amp; Fotografia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A0A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Apresentação de portfólio (aurtistic.vercel.app), olhar fotográfico com celular e conceitos de HTML/CSS via CodePen.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00:35 - 01:00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(25 min)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Base Teórica: Extensão ou Comunicação?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A0A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Leitura de 5 trechos selecionados de Paulo Freire. Discussão de como o HUB surge da visão comunicativa.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01:00 - 01:15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(15 min)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Demonstração Prática do HUB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A0A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Criação de um post do zero ao vivo na plataforma HUB LabDiv, narrando a intenção e o raciocínio criativo.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01:15 - 02:00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(45 min)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Execução Hands-On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A0A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Alunos utilizam a plataforma para criar e publicar seu primeiro post (Caderno do Artista) com suporte facilitador.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FOTOGRAFIA &amp; OLHAR CRIATIVO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12064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75000"/>
            </a:srgbClr>
          </a:solidFill>
          <a:ln w="19050">
            <a:solidFill>
              <a:srgbClr val="0F47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Câmera do Celular como Lente do Mundo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Fotografia é uma forma prática e acessível de enxergar o mundo sob uma nova perspectiva no cotidiano.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Começar pelo celular facilita o aprendizado inicial por eliminar a sobrecarga técnica do triângulo de exposição.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Foco na composição, enquadramento e narrativa visual antes da técnica complexa.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12064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75000"/>
            </a:srgbClr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Portfólio de Referência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Aplicação de projetos autorais unindo fotografia e webdesign:
</a:t>
            </a:r>
            <a:pPr indent="0" marL="0">
              <a:buNone/>
            </a:pPr>
            <a:r>
              <a:rPr lang="en-US" sz="15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aurtistic.vercel.app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 Caderno do Artista como registro contínuo de ensaios, testes visuais e impressões do cotidiano universitário.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WEBDESIGN: O CÓDIGO COMO PINCEL DIGITAL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Programar para Expressar Idéias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Arte Vetorial vs. Webdesign Programado: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webdesign, aplicamos conceitos visuais de equilíbrio, hierarquia e harmonia, mas ao invés de um pincel estático, usamos código interativo.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HTML (Estrutura):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página web começa como um documento de texto simples e organizado em blocos lógicos de conteúdo.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CSS (Estética &amp; Sensação):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Camada responsável por transformar o documento bruto em uma experiência visual envolvente.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Prática Rápida no CodePen (codepen.io):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Demonstração de como algumas linhas de código alteram completamente a atmosfera de uma página.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TEÓRICA: EXTENSÃO OU COMUNICAÇÃO?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0F47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Dilema Freiriano na Divulgação Científica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Leitura Teórica: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5 trechos fundamentais da obra "Extensão ou Comunicação?" de Paulo Freire.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Por que este dilema importa?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 a universidade apenas "estende" conteúdos para o público como uma entrega passiva, sem criar uma ponte dialógica real.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 Surgimento do HUB LabDiv: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plataforma HUB LabDiv foi concebida justamente para superar essa divisão, oferecendo um espaço onde o autor e a comunidade se encontram para construir significados juntos.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PAULO FREIRE — PÁGINA 12: EXTENSÃO PASSIVA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Risco da Transmissão Descontextualizada
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“O termo extensão (assim como a palavra divulgação) muitas vezes significa que o pesquisador apenas transmite um objeto a alguém fora da universidade, separando o conteúdo de seu contexto real.”
</a:t>
            </a:r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Consequências apontadas por Freire: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1. O receptor é privado de assumir um papel ativo no aprendizado.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2. O divulgador se isola e não acompanha como aquele conhecimento foi ressignificado.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3. Torna-se impossível avaliar se houve de fato um aprendizado transformador.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PAULO FREIRE — PÁGINA 35: DIVULGAR VS. COMUNICAR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12064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75000"/>
            </a:srgbClr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43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DIVULGAR (Unilateral)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Comunicar A SOBRE B para o público.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Relação de depósito: o emissor possui o saber e o receptor recebe passivamente.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Separação entre o sujeito que produz e o sujeito que consome a informação.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12064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75000"/>
            </a:srgbClr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 (Dialógico)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Comunicar COM A SOBRE B.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Relação de co-construção: a realidade é refletida e debatida conjuntamente.
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 HUB LabDiv adota esta perspectiva para os cadernos de artistas e postagens científicas.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PAULO FREIRE — PÁGS. 48 &amp; 50: REALIDADE &amp; TRANSFORMAÇÃO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0F47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Pensar o Objeto é Pensar a Realidade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Página 48: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“Pensar sobre aquele objeto é pensar na realidade daquele objeto em questão.” Não há conhecimento isolado da existência concreta.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Página 50: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capacidade transformadora surge quando um conceito é verdadeiramente entendido em todo o seu contexto: nas relações Homem-Homem e Homem-Mundo.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Aplicação no HUB LabDiv: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postagem no Caderno do Artista busca situar o conceito científico ou artístico dentro do contexto vivido pelo autor.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PAULO FREIRE — PÁGINA 52: A IMPORTÂNCIA DA PRÁXIS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que a Capacidade Transformadora é Vital?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 conhecimento só se torna libertador quando permite ao sujeito atuar sobre o seu meio e transformá-lo de forma consciente.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 ato de registrar o processo criativo no Caderno do Artista exige reflexão crítica sobre a própria produção.
</a:t>
            </a:r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Ao publicar no HUB LabDiv, o aluno deixa de ser mero espectador do conhecimento científico/artístico e se torna protagonista comunicador.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DEMONSTRAÇÃO PRÁTICA DO HUB LABDIV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4389120"/>
          </a:xfrm>
          <a:prstGeom prst="rect">
            <a:avLst>
              <a:gd name="adj" fmla="val 208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0F47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Criando um Post do Zero ao Vivo (15 min)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Apresentação da Interface: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Navegação pelos menus do HUB LabDiv e estrutura dos cadernos.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Escolha do Tema: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oral da intenção criativa e da pergunta orientadora.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Edição &amp; Mídia: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de foto/imagem e formatação do texto reflexivo.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Publicação em Tempo Real: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Demonstração de como a postagem fica visível na rede do HUB.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MÃO NA MASSA! ATIVIDADE PRÁTICA (45 MIN)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754880"/>
          </a:xfrm>
          <a:prstGeom prst="rect">
            <a:avLst>
              <a:gd name="adj" fmla="val 1923"/>
            </a:avLst>
          </a:prstGeom>
          <a:solidFill>
            <a:srgbClr val="1E1E1E">
              <a:alpha val="80000"/>
            </a:srgbClr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e Envio do Primeiro Post / Caderno do Artista
</a:t>
            </a:r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1: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Acesse a plataforma HUB LabDiv no notebook ou smartphone.
</a:t>
            </a:r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2: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um registro visual (fotografia tirada por você ou imagem de referência).
</a:t>
            </a:r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3: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Escreva uma legenda/texto aplicando a perspectiva comunicativa: Qual a realidade por trás desta imagem?
</a:t>
            </a:r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Passo 4: </a:t>
            </a:r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Publique seu "post teste" no sistema.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Suporte técnico e apoio facilitador disponíveis durante todo o tempo!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Instituto de Física - Universidade de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Aula: Processos Criativos - HUB LabDiv</dc:title>
  <dc:subject>Fotografia, Webdesign, Comunicação vs Extensão e HUB LabDiv</dc:subject>
  <dc:creator>HUB LabDiv • IF-USP</dc:creator>
  <cp:lastModifiedBy>HUB LabDiv • IF-USP</cp:lastModifiedBy>
  <cp:revision>1</cp:revision>
  <dcterms:created xsi:type="dcterms:W3CDTF">2026-08-01T01:29:32Z</dcterms:created>
  <dcterms:modified xsi:type="dcterms:W3CDTF">2026-08-01T01:29:32Z</dcterms:modified>
</cp:coreProperties>
</file>