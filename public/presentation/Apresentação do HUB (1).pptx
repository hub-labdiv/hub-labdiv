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jSMIGjBXJj2I6JSoscCF5wnGR4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HUB LABDIV • IFUSP | ABERTURA &amp; CONCEITO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50292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Visão Geral &amp; Conceito do HUB LabDiv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05156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O Super App de Comunicação Científica para romper os muros da Universidade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 title="icone-HUBLabDiv-white.png"/>
          <p:cNvPicPr preferRelativeResize="0"/>
          <p:nvPr/>
        </p:nvPicPr>
        <p:blipFill rotWithShape="1">
          <a:blip r:embed="rId4">
            <a:alphaModFix/>
          </a:blip>
          <a:srcRect b="2089" l="0" r="0" t="2089"/>
          <a:stretch/>
        </p:blipFill>
        <p:spPr>
          <a:xfrm>
            <a:off x="6858000" y="219450"/>
            <a:ext cx="1192800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457200" y="1508760"/>
            <a:ext cx="4023360" cy="1325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6002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Super App: Diferente de um app padrão ele reúne diversas funções em um único lugar (como 99, WeChat, Mercado Livre, etc.), acessível pela PlayStore (beta fechado) ou direto pelo navegador.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663440" y="1508760"/>
            <a:ext cx="4023360" cy="1325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46320" y="16002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 Dialógica: Rompe a mera "divulgação passiva", promovendo a co-construção de significado e compreensão do processo científico e não do saber individual.</a:t>
            </a:r>
            <a:endParaRPr b="0" i="0" sz="95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 base teórica entre outras em "Extensão ou Comunicação?" de Paulo Freire.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2926080"/>
            <a:ext cx="4023360" cy="1325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30175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Integração Acadêmica: Une o controle do semestre, evolução no curso nas ferramentas, uma Wiki com todas as informações do IFUSP, seus espaços , mapa e a aba Comunidade onde você pode interagir com colegas em um único lugar.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663440" y="2926080"/>
            <a:ext cx="4023360" cy="1325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846320" y="30175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Código Aberto (AGPLv3): Projeto transparente hospedado no GitHub (JoaoStangorlini/HUB-LabDiv) pronto para ser replicado.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WebApp: https://hub-lab-div.vercel.app  |  PlayStore: https://play.google.com/store/apps/details?id=br.usp.ifusp.hublabdiv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ESTRUTURA DOS 3 EIXOS | HUB LABDIV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Divisão do HUB em 3 Eixos Principais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As 3 Frentes Fundamentais da Plataforma HUB LabDiv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Eixo Comunidade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REDE SOCIAL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Feed focado na comunicação científica (Fluxo), em um espaço para publicar as suas artes (arte)  e pequenos relatos/informações  de vivência no instituto (Logs)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9184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47472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Eixo CGIF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47472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INFORMAÇÃO &amp; WIKI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47472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Onde você pode conhecer os espaços, iniciativas, influencers, comunidades do instituto;</a:t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Um mapa interativo do IFUSP (em desenvolvimento);</a:t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uma Wiki centralizada do IFUSP reunindo informações do portal, manuais dos cursos, editais… </a:t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2648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30936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Eixo Ferramentas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4343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14343"/>
                </a:solidFill>
                <a:latin typeface="Open Sans"/>
                <a:ea typeface="Open Sans"/>
                <a:cs typeface="Open Sans"/>
                <a:sym typeface="Open Sans"/>
              </a:rPr>
              <a:t>ESTUDO &amp; PESQUISA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0936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Planejador de grade horária 1h:1h, acompanhamento de faltas, evolução no curso e Match Acadêmico ("Quero uma IC" e grupos de estudo).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EIXO 1 — COMUNIDADE | HUB LABDIV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Aba Comunidade: Fluxo, Logs &amp; Arte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Descrição detalhada das 3 seções integradas do Eixo Comunidade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Fluxo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COMUNICAÇÃO DIALÓGICA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008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Feed principal onde o conteúdo científico é compartilhado com foco em estabelecer uma relação dialógica dos usuários com o conteúdo, focando em métricas pedagógicas e não de vaidade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9184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47472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47472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VIVÊNCIA DISCENTE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47472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Espaço relatos/notícias/fofocas  um espaço para a vivência acadêmica, trocas cotidianas e desabafos entre alunos com sistema de fios energizados que conectam a comunidade.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12648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30936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Arte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4343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14343"/>
                </a:solidFill>
                <a:latin typeface="Open Sans"/>
                <a:ea typeface="Open Sans"/>
                <a:cs typeface="Open Sans"/>
                <a:sym typeface="Open Sans"/>
              </a:rPr>
              <a:t>EXPRESSÃO ARTÍSTICA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309360" y="2377460"/>
            <a:ext cx="21945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Galeria autoral de expressão visual, fotográfica, poética… Um espaço para mostrar que o ambiente acadêmico é feito por seres humanos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EIXO 2 — CGIF | HUB LABDIV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Aba CGIF: Acesso à Informação &amp; Wiki Institucional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Centralização do Conhecimento &amp; Memória do IFUSP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150876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0080" y="16459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Wiki CGIF: Onde se encontram informações espalhadas por Manuais do curso, Projetos Político-Pedagógicos (PPPs), Editais, protocolos… De uma forma simples de achar e 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compreender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663440" y="150876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846320" y="16459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Oportunidades &amp; Iniciativas: Catálogo em tempo real de bolsas PUB, Iniciações Científicas, estágios, simpósios, empregos…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63145" y="32004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Espaços &amp; Mapa Interativo: Conexão direta dos laboratórios físicos do IFUSP via leitura de QR Codes.</a:t>
            </a:r>
            <a:endParaRPr b="0" i="0" sz="105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(ainda em desenvolvimento)</a:t>
            </a:r>
            <a:endParaRPr b="0" i="0" sz="105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846320" y="32004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Influenciadores &amp; Teste de Radiação: Divulgação de criadores do IFUSP e quiz interativo de fixação da Wiki.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4343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F14343"/>
                </a:solidFill>
                <a:latin typeface="Open Sans"/>
                <a:ea typeface="Open Sans"/>
                <a:cs typeface="Open Sans"/>
                <a:sym typeface="Open Sans"/>
              </a:rPr>
              <a:t>EIXO 3 — FERRAMENTAS | HUB LABDIV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Aba Ferramentas: Apoio ao Estudo &amp; Pesquisa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4343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F14343"/>
                </a:solidFill>
                <a:latin typeface="Open Sans"/>
                <a:ea typeface="Open Sans"/>
                <a:cs typeface="Open Sans"/>
                <a:sym typeface="Open Sans"/>
              </a:rPr>
              <a:t>Produtividade acadêmica, retenção discente e aproximação com pesquisadores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150876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40080" y="16459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Grade Horária (1h:1h): Planejador semanal de estudos que associa 1 hora de aula a 1 hora de estudo individual, contador de faltas, podendo sincronizar com o júpiter para suas matérias do semestre, adicionar outros compromissos e exportar para o seu calendário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663440" y="150876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846320" y="16459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Trilhas do Curso: Acompanhamento de disciplinas cursadas, pendências e pré-requisitos com sincronização com o júpiter para acompanhar o seu andamento no curso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0080" y="32004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Match Acadêmico ("Quero uma IC"): União entre alunos interessados em iniciar uma IC com os pesquisadores que buscam por ajudantes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846320" y="32004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Como Ingressar &amp; Observatório: Guia para vestibulandos, apoio à permanência e arena dos pesquisadores.</a:t>
            </a:r>
            <a:endParaRPr b="0" i="0" sz="105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t/>
            </a:r>
            <a:endParaRPr sz="105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